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32FCF-013A-48EE-A975-C4E0E6CB32C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27C50-E75A-46A4-A070-15C585A25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13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32FCF-013A-48EE-A975-C4E0E6CB32C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27C50-E75A-46A4-A070-15C585A25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182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32FCF-013A-48EE-A975-C4E0E6CB32C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27C50-E75A-46A4-A070-15C585A25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653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32FCF-013A-48EE-A975-C4E0E6CB32C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27C50-E75A-46A4-A070-15C585A25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907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32FCF-013A-48EE-A975-C4E0E6CB32C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27C50-E75A-46A4-A070-15C585A25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31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32FCF-013A-48EE-A975-C4E0E6CB32C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27C50-E75A-46A4-A070-15C585A25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683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32FCF-013A-48EE-A975-C4E0E6CB32C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27C50-E75A-46A4-A070-15C585A25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703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32FCF-013A-48EE-A975-C4E0E6CB32C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27C50-E75A-46A4-A070-15C585A25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560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32FCF-013A-48EE-A975-C4E0E6CB32C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27C50-E75A-46A4-A070-15C585A25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04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32FCF-013A-48EE-A975-C4E0E6CB32C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27C50-E75A-46A4-A070-15C585A25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678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32FCF-013A-48EE-A975-C4E0E6CB32C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27C50-E75A-46A4-A070-15C585A25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363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332FCF-013A-48EE-A975-C4E0E6CB32C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27C50-E75A-46A4-A070-15C585A25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343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MODEL</a:t>
            </a:r>
            <a:b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TCP/IP and ISO/OSI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253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MODEL (OSI and TCP/IP)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3651" y="1535635"/>
            <a:ext cx="5632045" cy="4991000"/>
          </a:xfrm>
        </p:spPr>
      </p:pic>
    </p:spTree>
    <p:extLst>
      <p:ext uri="{BB962C8B-B14F-4D97-AF65-F5344CB8AC3E}">
        <p14:creationId xmlns:p14="http://schemas.microsoft.com/office/powerpoint/2010/main" val="386542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TCP/IP Protocol Suite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858" y="1605535"/>
            <a:ext cx="8245053" cy="4929489"/>
          </a:xfrm>
        </p:spPr>
      </p:pic>
    </p:spTree>
    <p:extLst>
      <p:ext uri="{BB962C8B-B14F-4D97-AF65-F5344CB8AC3E}">
        <p14:creationId xmlns:p14="http://schemas.microsoft.com/office/powerpoint/2010/main" val="3930610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Model (Horizontal Communication)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5971" y="1690687"/>
            <a:ext cx="8005961" cy="4970171"/>
          </a:xfrm>
        </p:spPr>
      </p:pic>
    </p:spTree>
    <p:extLst>
      <p:ext uri="{BB962C8B-B14F-4D97-AF65-F5344CB8AC3E}">
        <p14:creationId xmlns:p14="http://schemas.microsoft.com/office/powerpoint/2010/main" val="3155618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 to End Communication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1" y="1825624"/>
            <a:ext cx="5763236" cy="5029627"/>
          </a:xfrm>
        </p:spPr>
      </p:pic>
    </p:spTree>
    <p:extLst>
      <p:ext uri="{BB962C8B-B14F-4D97-AF65-F5344CB8AC3E}">
        <p14:creationId xmlns:p14="http://schemas.microsoft.com/office/powerpoint/2010/main" val="3308079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QUESTION?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6491" y="1825625"/>
            <a:ext cx="4279017" cy="4351338"/>
          </a:xfrm>
        </p:spPr>
      </p:pic>
    </p:spTree>
    <p:extLst>
      <p:ext uri="{BB962C8B-B14F-4D97-AF65-F5344CB8AC3E}">
        <p14:creationId xmlns:p14="http://schemas.microsoft.com/office/powerpoint/2010/main" val="3787725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REFERENCE MODEL TCP/IP and ISO/OSI</vt:lpstr>
      <vt:lpstr>REFERENCE MODEL (OSI and TCP/IP)</vt:lpstr>
      <vt:lpstr>TCP/IP Protocol Suite</vt:lpstr>
      <vt:lpstr>Reference Model (Horizontal Communication)</vt:lpstr>
      <vt:lpstr>End to End Communication</vt:lpstr>
      <vt:lpstr>QUESTION?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REFERENCE MODEL TCP/IP and ISO/OSI</dc:title>
  <dc:creator>ismail - [2010]</dc:creator>
  <cp:lastModifiedBy>ismail - [2010]</cp:lastModifiedBy>
  <cp:revision>4</cp:revision>
  <dcterms:created xsi:type="dcterms:W3CDTF">2026-01-06T06:36:41Z</dcterms:created>
  <dcterms:modified xsi:type="dcterms:W3CDTF">2026-01-06T06:52:28Z</dcterms:modified>
</cp:coreProperties>
</file>