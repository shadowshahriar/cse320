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A746-A7B2-4A67-8E59-DB1CDBC0680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8E75A-EA0E-4C80-9B89-3739498EC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28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A746-A7B2-4A67-8E59-DB1CDBC0680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8E75A-EA0E-4C80-9B89-3739498EC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4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A746-A7B2-4A67-8E59-DB1CDBC0680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8E75A-EA0E-4C80-9B89-3739498EC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48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A746-A7B2-4A67-8E59-DB1CDBC0680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8E75A-EA0E-4C80-9B89-3739498EC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41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A746-A7B2-4A67-8E59-DB1CDBC0680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8E75A-EA0E-4C80-9B89-3739498EC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66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A746-A7B2-4A67-8E59-DB1CDBC0680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8E75A-EA0E-4C80-9B89-3739498EC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7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A746-A7B2-4A67-8E59-DB1CDBC0680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8E75A-EA0E-4C80-9B89-3739498EC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0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A746-A7B2-4A67-8E59-DB1CDBC0680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8E75A-EA0E-4C80-9B89-3739498EC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20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A746-A7B2-4A67-8E59-DB1CDBC0680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8E75A-EA0E-4C80-9B89-3739498EC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1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A746-A7B2-4A67-8E59-DB1CDBC0680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8E75A-EA0E-4C80-9B89-3739498EC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43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A746-A7B2-4A67-8E59-DB1CDBC0680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8E75A-EA0E-4C80-9B89-3739498EC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29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FA746-A7B2-4A67-8E59-DB1CDBC0680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8E75A-EA0E-4C80-9B89-3739498EC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60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</a:t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Latency and RTT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42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E2E Throughput and Delay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066" y="2088025"/>
            <a:ext cx="8970868" cy="4073078"/>
          </a:xfrm>
        </p:spPr>
      </p:pic>
    </p:spTree>
    <p:extLst>
      <p:ext uri="{BB962C8B-B14F-4D97-AF65-F5344CB8AC3E}">
        <p14:creationId xmlns:p14="http://schemas.microsoft.com/office/powerpoint/2010/main" val="181796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677" y="1768122"/>
            <a:ext cx="9020029" cy="4730331"/>
          </a:xfrm>
        </p:spPr>
      </p:pic>
    </p:spTree>
    <p:extLst>
      <p:ext uri="{BB962C8B-B14F-4D97-AF65-F5344CB8AC3E}">
        <p14:creationId xmlns:p14="http://schemas.microsoft.com/office/powerpoint/2010/main" val="378891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and Latency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967706"/>
            <a:ext cx="9753600" cy="4067175"/>
          </a:xfrm>
        </p:spPr>
      </p:pic>
    </p:spTree>
    <p:extLst>
      <p:ext uri="{BB962C8B-B14F-4D97-AF65-F5344CB8AC3E}">
        <p14:creationId xmlns:p14="http://schemas.microsoft.com/office/powerpoint/2010/main" val="422000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Throughput and Latency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752" y="1825625"/>
            <a:ext cx="9478495" cy="4351338"/>
          </a:xfrm>
        </p:spPr>
      </p:pic>
    </p:spTree>
    <p:extLst>
      <p:ext uri="{BB962C8B-B14F-4D97-AF65-F5344CB8AC3E}">
        <p14:creationId xmlns:p14="http://schemas.microsoft.com/office/powerpoint/2010/main" val="187418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vs Throughput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895" y="1444973"/>
            <a:ext cx="9169481" cy="5413027"/>
          </a:xfrm>
        </p:spPr>
      </p:pic>
    </p:spTree>
    <p:extLst>
      <p:ext uri="{BB962C8B-B14F-4D97-AF65-F5344CB8AC3E}">
        <p14:creationId xmlns:p14="http://schemas.microsoft.com/office/powerpoint/2010/main" val="342319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and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Goodput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Badput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174" y="1428742"/>
            <a:ext cx="7551302" cy="5034201"/>
          </a:xfrm>
        </p:spPr>
      </p:pic>
    </p:spTree>
    <p:extLst>
      <p:ext uri="{BB962C8B-B14F-4D97-AF65-F5344CB8AC3E}">
        <p14:creationId xmlns:p14="http://schemas.microsoft.com/office/powerpoint/2010/main" val="402546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Latency is the one-way delay for data to travel from source to </a:t>
            </a:r>
            <a:r>
              <a:rPr lang="en-US" dirty="0" smtClean="0"/>
              <a:t>destination. </a:t>
            </a:r>
          </a:p>
          <a:p>
            <a:r>
              <a:rPr lang="en-US" dirty="0" smtClean="0"/>
              <a:t>Round </a:t>
            </a:r>
            <a:r>
              <a:rPr lang="en-US" dirty="0"/>
              <a:t>Trip Time (RTT) is the total time for a packet to go from source to destination </a:t>
            </a:r>
            <a:r>
              <a:rPr lang="en-US" i="1" dirty="0"/>
              <a:t>and</a:t>
            </a:r>
            <a:r>
              <a:rPr lang="en-US" dirty="0"/>
              <a:t> a response to come back. RTT is a common way to measure network latency, but it's often slightly more than double the one-way </a:t>
            </a:r>
            <a:r>
              <a:rPr lang="en-US" dirty="0" smtClean="0"/>
              <a:t>latency. </a:t>
            </a:r>
            <a:endParaRPr lang="en-US" dirty="0"/>
          </a:p>
          <a:p>
            <a:r>
              <a:rPr lang="en-US" dirty="0" err="1"/>
              <a:t>Goodput</a:t>
            </a:r>
            <a:r>
              <a:rPr lang="en-US" dirty="0"/>
              <a:t> measures </a:t>
            </a:r>
            <a:r>
              <a:rPr lang="en-US" b="1" dirty="0"/>
              <a:t>useful data delivered</a:t>
            </a:r>
            <a:r>
              <a:rPr lang="en-US" dirty="0"/>
              <a:t> (application data only</a:t>
            </a:r>
            <a:r>
              <a:rPr lang="en-US" dirty="0" smtClean="0"/>
              <a:t>).</a:t>
            </a:r>
          </a:p>
          <a:p>
            <a:r>
              <a:rPr lang="en-US" b="1" dirty="0" smtClean="0"/>
              <a:t>Throughput </a:t>
            </a:r>
            <a:r>
              <a:rPr lang="en-US" b="1" dirty="0"/>
              <a:t>measures total data</a:t>
            </a:r>
            <a:r>
              <a:rPr lang="en-US" dirty="0"/>
              <a:t> (useful + overhead + retransmissions) over a network link, making </a:t>
            </a:r>
            <a:r>
              <a:rPr lang="en-US" dirty="0" err="1"/>
              <a:t>goodput</a:t>
            </a:r>
            <a:r>
              <a:rPr lang="en-US" dirty="0"/>
              <a:t> a truer indicator of application performance, as it excludes protocol junk like headers and lost packets. In essence, throughput is the entire pipe's flow, but </a:t>
            </a:r>
            <a:r>
              <a:rPr lang="en-US" dirty="0" err="1"/>
              <a:t>goodput</a:t>
            </a:r>
            <a:r>
              <a:rPr lang="en-US" dirty="0"/>
              <a:t> is the actual product getting through the factory efficiently, representing the real user experience for things like file downloads or </a:t>
            </a:r>
            <a:r>
              <a:rPr lang="en-US" dirty="0" smtClean="0"/>
              <a:t>streaming.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14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Compare Bandwidth and Latency</a:t>
            </a:r>
          </a:p>
          <a:p>
            <a:r>
              <a:rPr lang="en-US" dirty="0" smtClean="0"/>
              <a:t>Difference between Throughput and </a:t>
            </a:r>
            <a:r>
              <a:rPr lang="en-US" dirty="0" err="1" smtClean="0"/>
              <a:t>Goodput</a:t>
            </a:r>
            <a:endParaRPr lang="en-US" dirty="0" smtClean="0"/>
          </a:p>
          <a:p>
            <a:r>
              <a:rPr lang="en-US" dirty="0" smtClean="0"/>
              <a:t>Illustrate </a:t>
            </a:r>
            <a:r>
              <a:rPr lang="en-US" dirty="0" err="1" smtClean="0"/>
              <a:t>Goodput</a:t>
            </a:r>
            <a:r>
              <a:rPr lang="en-US" dirty="0" smtClean="0"/>
              <a:t> and </a:t>
            </a:r>
            <a:r>
              <a:rPr lang="en-US" dirty="0" err="1" smtClean="0"/>
              <a:t>Badput</a:t>
            </a:r>
            <a:endParaRPr lang="en-US" dirty="0" smtClean="0"/>
          </a:p>
          <a:p>
            <a:r>
              <a:rPr lang="en-US" dirty="0" smtClean="0"/>
              <a:t>Classification of Bandwidth</a:t>
            </a:r>
          </a:p>
          <a:p>
            <a:r>
              <a:rPr lang="en-US" dirty="0" smtClean="0"/>
              <a:t>Components of RTT</a:t>
            </a:r>
          </a:p>
          <a:p>
            <a:r>
              <a:rPr lang="en-US" dirty="0" smtClean="0"/>
              <a:t>E2E Delay and E2E Throughput</a:t>
            </a:r>
          </a:p>
          <a:p>
            <a:r>
              <a:rPr lang="en-US" dirty="0" smtClean="0"/>
              <a:t>E2E </a:t>
            </a:r>
            <a:r>
              <a:rPr lang="en-US" dirty="0" err="1" smtClean="0"/>
              <a:t>Goodput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7758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191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Throughput  Latency and RTT</vt:lpstr>
      <vt:lpstr>E2E Throughput and Delay</vt:lpstr>
      <vt:lpstr>Throughput</vt:lpstr>
      <vt:lpstr>Throughput and Latency</vt:lpstr>
      <vt:lpstr>Bandwidth Throughput and Latency</vt:lpstr>
      <vt:lpstr>Bandwidth vs Throughput</vt:lpstr>
      <vt:lpstr>Throughput and Goodput and Badput</vt:lpstr>
      <vt:lpstr>Definition</vt:lpstr>
      <vt:lpstr>Question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Throughput  Latency and RTT</dc:title>
  <dc:creator>ismail - [2010]</dc:creator>
  <cp:lastModifiedBy>ismail - [2010]</cp:lastModifiedBy>
  <cp:revision>12</cp:revision>
  <dcterms:created xsi:type="dcterms:W3CDTF">2026-01-07T09:38:34Z</dcterms:created>
  <dcterms:modified xsi:type="dcterms:W3CDTF">2026-01-07T10:05:36Z</dcterms:modified>
</cp:coreProperties>
</file>